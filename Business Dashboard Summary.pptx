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Dashboard</a:t>
            </a:r>
          </a:p>
          <a:p>
            <a:r>
              <a:t>Quarterly Performance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150034"/>
          </a:xfrm>
        </p:spPr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Executive Overview of Sales &amp; Growth Trends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Quarterly Performance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9,263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E973A48-DCF3-42AA-A114-3B863E5E6B71}"/>
              </a:ext>
            </a:extLst>
          </p:cNvPr>
          <p:cNvSpPr txBox="1"/>
          <p:nvPr/>
        </p:nvSpPr>
        <p:spPr>
          <a:xfrm>
            <a:off x="457198" y="3486053"/>
            <a:ext cx="82295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Conclusion</a:t>
            </a:r>
            <a:r>
              <a:rPr lang="en-US" sz="2800" dirty="0"/>
              <a:t>: Q4 drives the majority of annual growth and profitability.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Q1: Stable revenue with moderate profitability and strong order volume.</a:t>
            </a:r>
          </a:p>
          <a:p>
            <a:pPr marL="0" indent="0">
              <a:buNone/>
            </a:pPr>
            <a:r>
              <a:rPr dirty="0"/>
              <a:t>• Q2: Slight decline in profit and AOV indicating margin pressure.</a:t>
            </a:r>
          </a:p>
          <a:p>
            <a:pPr marL="0" indent="0">
              <a:buNone/>
            </a:pPr>
            <a:r>
              <a:rPr dirty="0"/>
              <a:t>• Q3: Continued slowdown in orders and AOV suggesting seasonal impact.</a:t>
            </a:r>
          </a:p>
          <a:p>
            <a:pPr marL="0" indent="0">
              <a:buNone/>
            </a:pPr>
            <a:r>
              <a:rPr dirty="0"/>
              <a:t>• Q4: Exceptional growth – revenue doubled to 4M with highest profit and orders.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rgbClr val="0070C0"/>
                </a:solidFill>
              </a:rPr>
              <a:t>Strategic Implications for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Focus on Q4 strategies to replicate peak performance.</a:t>
            </a:r>
          </a:p>
          <a:p>
            <a:pPr marL="0" indent="0">
              <a:buNone/>
            </a:pPr>
            <a:r>
              <a:rPr dirty="0"/>
              <a:t>• Improve margin management during mid-year slowdown (Q2 &amp; Q3).</a:t>
            </a:r>
          </a:p>
          <a:p>
            <a:pPr marL="0" indent="0">
              <a:buNone/>
            </a:pPr>
            <a:r>
              <a:rPr dirty="0"/>
              <a:t>• Promote high-value deals to increase AOV.</a:t>
            </a:r>
          </a:p>
          <a:p>
            <a:pPr marL="0" indent="0">
              <a:buNone/>
            </a:pPr>
            <a:r>
              <a:rPr dirty="0"/>
              <a:t>• Strengthen seasonal campaigns before Q4 surge.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152</Words>
  <Application>Microsoft Office PowerPoint</Application>
  <PresentationFormat>On-screen Show (4:3)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Business Dashboard Quarterly Performance Summary</vt:lpstr>
      <vt:lpstr>Quarterly Performance Snapshot</vt:lpstr>
      <vt:lpstr>Key Business Insights</vt:lpstr>
      <vt:lpstr>Strategic Implications for Stakeholders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Dashboard Quarterly Performance Summary</dc:title>
  <dc:subject/>
  <dc:creator/>
  <cp:keywords/>
  <dc:description>generated using python-pptx</dc:description>
  <cp:lastModifiedBy>ku.jyotsana@gmail.com</cp:lastModifiedBy>
  <cp:revision>2</cp:revision>
  <dcterms:created xsi:type="dcterms:W3CDTF">2013-01-27T09:14:16Z</dcterms:created>
  <dcterms:modified xsi:type="dcterms:W3CDTF">2026-02-18T15:45:01Z</dcterms:modified>
  <cp:category/>
</cp:coreProperties>
</file>